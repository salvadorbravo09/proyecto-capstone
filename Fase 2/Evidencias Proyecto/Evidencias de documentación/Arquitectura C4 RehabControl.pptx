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presentationml.tags+xml" PartName="/ppt/tags/tag3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svg" Type="http://schemas.openxmlformats.org/officeDocument/2006/relationships/image"/><Relationship Id="rId3" Target="../tags/tag2.xml" Type="http://schemas.openxmlformats.org/officeDocument/2006/relationships/tags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svg" Type="http://schemas.openxmlformats.org/officeDocument/2006/relationships/image"/><Relationship Id="rId3" Target="../tags/tag3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5aBWq6WjY-SQ"/>
  <p:tag name="LUCID-DOCUMENT" val="bf5eb55f-c482-41f5-8917-9d0749890f41"/>
  <p:tag name="LUCID-UPDATE-TIME" val="1778726030284"/>
</p:tagLst>
</file>

<file path=ppt/tags/tag2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PNUWm3sP01k3"/>
  <p:tag name="LUCID-DOCUMENT" val="bf5eb55f-c482-41f5-8917-9d0749890f41"/>
  <p:tag name="LUCID-UPDATE-TIME" val="1778726030284"/>
</p:tagLst>
</file>

<file path=ppt/tags/tag3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qPUWvaa77Oo1"/>
  <p:tag name="LUCID-DOCUMENT" val="bf5eb55f-c482-41f5-8917-9d0749890f41"/>
  <p:tag name="LUCID-UPDATE-TIME" val="177872603028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